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6692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18288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B4591E"/>
                </a:solidFill>
                <a:latin typeface="Google Sans"/>
              </a:rPr>
              <a:t>FL4N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3240" y="1828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4E4033"/>
                </a:solidFill>
                <a:latin typeface="Google Sans"/>
              </a:rPr>
              <a:t>Novel views and timestamps from one monocular video</a:t>
            </a:r>
          </a:p>
        </p:txBody>
      </p:sp>
      <p:pic>
        <p:nvPicPr>
          <p:cNvPr id="5" name="Picture 4" descr="Playground_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953512"/>
            <a:ext cx="1554480" cy="877824"/>
          </a:xfrm>
          <a:prstGeom prst="rect">
            <a:avLst/>
          </a:prstGeom>
          <a:ln w="19050">
            <a:solidFill>
              <a:srgbClr val="E2D0B8"/>
            </a:solidFill>
          </a:ln>
        </p:spPr>
      </p:pic>
      <p:pic>
        <p:nvPicPr>
          <p:cNvPr id="6" name="Picture 5" descr="Jumping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697480"/>
            <a:ext cx="1554480" cy="877824"/>
          </a:xfrm>
          <a:prstGeom prst="rect">
            <a:avLst/>
          </a:prstGeom>
          <a:ln w="19050">
            <a:solidFill>
              <a:srgbClr val="E2D0B8"/>
            </a:solidFill>
          </a:ln>
        </p:spPr>
      </p:pic>
      <p:pic>
        <p:nvPicPr>
          <p:cNvPr id="7" name="Picture 6" descr="Balloon1_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441448"/>
            <a:ext cx="1554480" cy="877824"/>
          </a:xfrm>
          <a:prstGeom prst="rect">
            <a:avLst/>
          </a:prstGeom>
          <a:ln w="19050">
            <a:solidFill>
              <a:srgbClr val="B4591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65760" y="40233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7F6D5C"/>
                </a:solidFill>
                <a:latin typeface="Google Sans"/>
              </a:rPr>
              <a:t>Monocular video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86584" y="3337560"/>
            <a:ext cx="274319" cy="0"/>
          </a:xfrm>
          <a:prstGeom prst="line">
            <a:avLst/>
          </a:prstGeom>
          <a:ln w="22225">
            <a:solidFill>
              <a:srgbClr val="231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60903" y="2240280"/>
            <a:ext cx="0" cy="2194560"/>
          </a:xfrm>
          <a:prstGeom prst="line">
            <a:avLst/>
          </a:prstGeom>
          <a:ln w="22225">
            <a:solidFill>
              <a:srgbClr val="231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0903" y="2240280"/>
            <a:ext cx="219457" cy="0"/>
          </a:xfrm>
          <a:prstGeom prst="line">
            <a:avLst/>
          </a:prstGeom>
          <a:ln w="22225">
            <a:solidFill>
              <a:srgbClr val="231A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60903" y="4434840"/>
            <a:ext cx="219457" cy="0"/>
          </a:xfrm>
          <a:prstGeom prst="line">
            <a:avLst/>
          </a:prstGeom>
          <a:ln w="22225">
            <a:solidFill>
              <a:srgbClr val="231A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1234440"/>
            <a:ext cx="8945575" cy="2011680"/>
          </a:xfrm>
          <a:prstGeom prst="roundRect">
            <a:avLst>
              <a:gd name="adj" fmla="val 8181"/>
            </a:avLst>
          </a:prstGeom>
          <a:solidFill>
            <a:srgbClr val="F3EFE9"/>
          </a:solidFill>
          <a:ln w="12700">
            <a:solidFill>
              <a:srgbClr val="E2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154680" y="10515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54680" y="1051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E4033"/>
                </a:solidFill>
                <a:latin typeface="Google Sans"/>
              </a:rPr>
              <a:t>Explicit  ·  3D Gaussians</a:t>
            </a:r>
          </a:p>
        </p:txBody>
      </p:sp>
      <p:sp>
        <p:nvSpPr>
          <p:cNvPr id="16" name="Oval 15"/>
          <p:cNvSpPr/>
          <p:nvPr/>
        </p:nvSpPr>
        <p:spPr>
          <a:xfrm rot="1016604">
            <a:off x="3723673" y="2430119"/>
            <a:ext cx="301059" cy="89581"/>
          </a:xfrm>
          <a:prstGeom prst="ellipse">
            <a:avLst/>
          </a:prstGeom>
          <a:solidFill>
            <a:srgbClr val="E8B53A">
              <a:alpha val="5539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 rot="979701">
            <a:off x="4126856" y="2135464"/>
            <a:ext cx="166737" cy="124357"/>
          </a:xfrm>
          <a:prstGeom prst="ellipse">
            <a:avLst/>
          </a:prstGeom>
          <a:solidFill>
            <a:srgbClr val="7F6D5C">
              <a:alpha val="4985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 rot="6232712">
            <a:off x="3975176" y="2095848"/>
            <a:ext cx="199377" cy="145405"/>
          </a:xfrm>
          <a:prstGeom prst="ellipse">
            <a:avLst/>
          </a:prstGeom>
          <a:solidFill>
            <a:srgbClr val="A3B4BD">
              <a:alpha val="488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 rot="5839408">
            <a:off x="3929487" y="2242787"/>
            <a:ext cx="350399" cy="111426"/>
          </a:xfrm>
          <a:prstGeom prst="ellipse">
            <a:avLst/>
          </a:prstGeom>
          <a:solidFill>
            <a:srgbClr val="7F6D5C">
              <a:alpha val="5498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 rot="4021893">
            <a:off x="3435435" y="2101688"/>
            <a:ext cx="170804" cy="139750"/>
          </a:xfrm>
          <a:prstGeom prst="ellipse">
            <a:avLst/>
          </a:prstGeom>
          <a:solidFill>
            <a:srgbClr val="7F6D5C">
              <a:alpha val="541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 rot="8394071">
            <a:off x="4014168" y="2281686"/>
            <a:ext cx="195269" cy="150733"/>
          </a:xfrm>
          <a:prstGeom prst="ellipse">
            <a:avLst/>
          </a:prstGeom>
          <a:solidFill>
            <a:srgbClr val="B4591E">
              <a:alpha val="512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 rot="884034">
            <a:off x="4192256" y="2133858"/>
            <a:ext cx="205365" cy="100377"/>
          </a:xfrm>
          <a:prstGeom prst="ellipse">
            <a:avLst/>
          </a:prstGeom>
          <a:solidFill>
            <a:srgbClr val="7F6D5C">
              <a:alpha val="455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 rot="1275110">
            <a:off x="3502428" y="2250042"/>
            <a:ext cx="253011" cy="143547"/>
          </a:xfrm>
          <a:prstGeom prst="ellipse">
            <a:avLst/>
          </a:prstGeom>
          <a:solidFill>
            <a:srgbClr val="A3B4BD">
              <a:alpha val="496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 rot="838301">
            <a:off x="3856740" y="2089258"/>
            <a:ext cx="262552" cy="86239"/>
          </a:xfrm>
          <a:prstGeom prst="ellipse">
            <a:avLst/>
          </a:prstGeom>
          <a:solidFill>
            <a:srgbClr val="4E4033">
              <a:alpha val="545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 rot="6262868">
            <a:off x="3994929" y="1846736"/>
            <a:ext cx="227166" cy="117518"/>
          </a:xfrm>
          <a:prstGeom prst="ellipse">
            <a:avLst/>
          </a:prstGeom>
          <a:solidFill>
            <a:srgbClr val="B4591E">
              <a:alpha val="509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 rot="7896521">
            <a:off x="4157972" y="1857294"/>
            <a:ext cx="259018" cy="149099"/>
          </a:xfrm>
          <a:prstGeom prst="ellipse">
            <a:avLst/>
          </a:prstGeom>
          <a:solidFill>
            <a:srgbClr val="A3B4BD">
              <a:alpha val="458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 rot="3747657">
            <a:off x="3417921" y="2055785"/>
            <a:ext cx="252252" cy="154377"/>
          </a:xfrm>
          <a:prstGeom prst="ellipse">
            <a:avLst/>
          </a:prstGeom>
          <a:solidFill>
            <a:srgbClr val="4E4033">
              <a:alpha val="67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 rot="1396874">
            <a:off x="3559585" y="2547782"/>
            <a:ext cx="263676" cy="104244"/>
          </a:xfrm>
          <a:prstGeom prst="ellipse">
            <a:avLst/>
          </a:prstGeom>
          <a:solidFill>
            <a:srgbClr val="E2D0B8">
              <a:alpha val="436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 rot="3000663">
            <a:off x="3464663" y="2524338"/>
            <a:ext cx="165461" cy="127477"/>
          </a:xfrm>
          <a:prstGeom prst="ellipse">
            <a:avLst/>
          </a:prstGeom>
          <a:solidFill>
            <a:srgbClr val="E8B53A">
              <a:alpha val="3979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 rot="9549283">
            <a:off x="3420386" y="2368497"/>
            <a:ext cx="314245" cy="181518"/>
          </a:xfrm>
          <a:prstGeom prst="ellipse">
            <a:avLst/>
          </a:prstGeom>
          <a:solidFill>
            <a:srgbClr val="4E4033">
              <a:alpha val="685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 rot="8975810">
            <a:off x="4022627" y="2419085"/>
            <a:ext cx="201450" cy="105765"/>
          </a:xfrm>
          <a:prstGeom prst="ellipse">
            <a:avLst/>
          </a:prstGeom>
          <a:solidFill>
            <a:srgbClr val="B4591E">
              <a:alpha val="413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 rot="10293458">
            <a:off x="3795674" y="2415491"/>
            <a:ext cx="273399" cy="143633"/>
          </a:xfrm>
          <a:prstGeom prst="ellipse">
            <a:avLst/>
          </a:prstGeom>
          <a:solidFill>
            <a:srgbClr val="E2D0B8">
              <a:alpha val="591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 rot="8617030">
            <a:off x="3358508" y="2234099"/>
            <a:ext cx="307066" cy="87726"/>
          </a:xfrm>
          <a:prstGeom prst="ellipse">
            <a:avLst/>
          </a:prstGeom>
          <a:solidFill>
            <a:srgbClr val="4E4033">
              <a:alpha val="487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 rot="10634410">
            <a:off x="3674861" y="2357861"/>
            <a:ext cx="297102" cy="88557"/>
          </a:xfrm>
          <a:prstGeom prst="ellipse">
            <a:avLst/>
          </a:prstGeom>
          <a:solidFill>
            <a:srgbClr val="A3B4BD">
              <a:alpha val="5042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 rot="1095815">
            <a:off x="4247953" y="2473320"/>
            <a:ext cx="170644" cy="139305"/>
          </a:xfrm>
          <a:prstGeom prst="ellipse">
            <a:avLst/>
          </a:prstGeom>
          <a:solidFill>
            <a:srgbClr val="E8B53A">
              <a:alpha val="477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 rot="10319055">
            <a:off x="4380978" y="2334162"/>
            <a:ext cx="292295" cy="97237"/>
          </a:xfrm>
          <a:prstGeom prst="ellipse">
            <a:avLst/>
          </a:prstGeom>
          <a:solidFill>
            <a:srgbClr val="E2D0B8">
              <a:alpha val="5607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 rot="5225414">
            <a:off x="3646956" y="2248651"/>
            <a:ext cx="262339" cy="180649"/>
          </a:xfrm>
          <a:prstGeom prst="ellipse">
            <a:avLst/>
          </a:prstGeom>
          <a:solidFill>
            <a:srgbClr val="B4591E">
              <a:alpha val="3800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 rot="5576413">
            <a:off x="4152075" y="2393553"/>
            <a:ext cx="209248" cy="165665"/>
          </a:xfrm>
          <a:prstGeom prst="ellipse">
            <a:avLst/>
          </a:prstGeom>
          <a:solidFill>
            <a:srgbClr val="7F6D5C">
              <a:alpha val="421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 rot="3219369">
            <a:off x="4164326" y="2143243"/>
            <a:ext cx="310363" cy="174244"/>
          </a:xfrm>
          <a:prstGeom prst="ellipse">
            <a:avLst/>
          </a:prstGeom>
          <a:solidFill>
            <a:srgbClr val="E8B53A">
              <a:alpha val="575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 rot="8336929">
            <a:off x="4303136" y="2457925"/>
            <a:ext cx="269549" cy="173652"/>
          </a:xfrm>
          <a:prstGeom prst="ellipse">
            <a:avLst/>
          </a:prstGeom>
          <a:solidFill>
            <a:srgbClr val="E2D0B8">
              <a:alpha val="536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 rot="8705649">
            <a:off x="3939975" y="1968981"/>
            <a:ext cx="199330" cy="163921"/>
          </a:xfrm>
          <a:prstGeom prst="ellipse">
            <a:avLst/>
          </a:prstGeom>
          <a:solidFill>
            <a:srgbClr val="7F6D5C">
              <a:alpha val="636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 rot="10687719">
            <a:off x="3824892" y="2033488"/>
            <a:ext cx="269369" cy="118059"/>
          </a:xfrm>
          <a:prstGeom prst="ellipse">
            <a:avLst/>
          </a:prstGeom>
          <a:solidFill>
            <a:srgbClr val="A3B4BD">
              <a:alpha val="6265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 rot="10670811">
            <a:off x="3574581" y="2290487"/>
            <a:ext cx="290172" cy="116925"/>
          </a:xfrm>
          <a:prstGeom prst="ellipse">
            <a:avLst/>
          </a:prstGeom>
          <a:solidFill>
            <a:srgbClr val="4E4033">
              <a:alpha val="684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 rot="5212656">
            <a:off x="3693178" y="2426463"/>
            <a:ext cx="200235" cy="102081"/>
          </a:xfrm>
          <a:prstGeom prst="ellipse">
            <a:avLst/>
          </a:prstGeom>
          <a:solidFill>
            <a:srgbClr val="7F6D5C">
              <a:alpha val="694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 rot="915608">
            <a:off x="3776398" y="2242014"/>
            <a:ext cx="362460" cy="116897"/>
          </a:xfrm>
          <a:prstGeom prst="ellipse">
            <a:avLst/>
          </a:prstGeom>
          <a:solidFill>
            <a:srgbClr val="4E4033">
              <a:alpha val="581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 rot="4686391">
            <a:off x="4259419" y="2027378"/>
            <a:ext cx="324645" cy="130378"/>
          </a:xfrm>
          <a:prstGeom prst="ellipse">
            <a:avLst/>
          </a:prstGeom>
          <a:solidFill>
            <a:srgbClr val="7F6D5C">
              <a:alpha val="572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 rot="10225408">
            <a:off x="4313812" y="2483435"/>
            <a:ext cx="317913" cy="128882"/>
          </a:xfrm>
          <a:prstGeom prst="ellipse">
            <a:avLst/>
          </a:prstGeom>
          <a:solidFill>
            <a:srgbClr val="4E4033">
              <a:alpha val="603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 rot="1578683">
            <a:off x="3988735" y="2371976"/>
            <a:ext cx="182239" cy="173309"/>
          </a:xfrm>
          <a:prstGeom prst="ellipse">
            <a:avLst/>
          </a:prstGeom>
          <a:solidFill>
            <a:srgbClr val="4E4033">
              <a:alpha val="6392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 rot="231084">
            <a:off x="4341734" y="2198105"/>
            <a:ext cx="229611" cy="137482"/>
          </a:xfrm>
          <a:prstGeom prst="ellipse">
            <a:avLst/>
          </a:prstGeom>
          <a:solidFill>
            <a:srgbClr val="7F6D5C">
              <a:alpha val="629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291840" y="29352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7F6D5C"/>
                </a:solidFill>
                <a:latin typeface="Google Sans"/>
              </a:rPr>
              <a:t>3D Gaussians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800600" y="2313432"/>
            <a:ext cx="411480" cy="0"/>
          </a:xfrm>
          <a:prstGeom prst="line">
            <a:avLst/>
          </a:prstGeom>
          <a:ln w="22225">
            <a:solidFill>
              <a:srgbClr val="231A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Balloon1_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524762"/>
            <a:ext cx="1956816" cy="1467612"/>
          </a:xfrm>
          <a:prstGeom prst="rect">
            <a:avLst/>
          </a:prstGeom>
          <a:ln w="19050">
            <a:solidFill>
              <a:srgbClr val="E2D0B8"/>
            </a:solidFill>
          </a:ln>
        </p:spPr>
      </p:pic>
      <p:sp>
        <p:nvSpPr>
          <p:cNvPr id="53" name="Rounded Rectangle 52"/>
          <p:cNvSpPr/>
          <p:nvPr/>
        </p:nvSpPr>
        <p:spPr>
          <a:xfrm>
            <a:off x="6437376" y="2608326"/>
            <a:ext cx="777240" cy="292608"/>
          </a:xfrm>
          <a:prstGeom prst="roundRect">
            <a:avLst>
              <a:gd name="adj" fmla="val 31250"/>
            </a:avLst>
          </a:prstGeom>
          <a:solidFill>
            <a:srgbClr val="FB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37376" y="2608326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31A12"/>
                </a:solidFill>
                <a:latin typeface="Google Sans"/>
              </a:rPr>
              <a:t>tearing</a:t>
            </a:r>
          </a:p>
        </p:txBody>
      </p:sp>
      <p:sp>
        <p:nvSpPr>
          <p:cNvPr id="55" name="Oval 54"/>
          <p:cNvSpPr/>
          <p:nvPr/>
        </p:nvSpPr>
        <p:spPr>
          <a:xfrm>
            <a:off x="5440679" y="1616202"/>
            <a:ext cx="292608" cy="29260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440679" y="161620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"/>
              </a:rPr>
              <a:t>✕</a:t>
            </a:r>
          </a:p>
        </p:txBody>
      </p:sp>
      <p:pic>
        <p:nvPicPr>
          <p:cNvPr id="57" name="Picture 56" descr="Jumping_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4" y="1524762"/>
            <a:ext cx="1956816" cy="1467612"/>
          </a:xfrm>
          <a:prstGeom prst="rect">
            <a:avLst/>
          </a:prstGeom>
          <a:ln w="19050">
            <a:solidFill>
              <a:srgbClr val="E2D0B8"/>
            </a:solidFill>
          </a:ln>
        </p:spPr>
      </p:pic>
      <p:sp>
        <p:nvSpPr>
          <p:cNvPr id="58" name="Rounded Rectangle 57"/>
          <p:cNvSpPr/>
          <p:nvPr/>
        </p:nvSpPr>
        <p:spPr>
          <a:xfrm>
            <a:off x="8595360" y="2608326"/>
            <a:ext cx="777240" cy="292608"/>
          </a:xfrm>
          <a:prstGeom prst="roundRect">
            <a:avLst>
              <a:gd name="adj" fmla="val 31250"/>
            </a:avLst>
          </a:prstGeom>
          <a:solidFill>
            <a:srgbClr val="FB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595360" y="2608326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31A12"/>
                </a:solidFill>
                <a:latin typeface="Google Sans"/>
              </a:rPr>
              <a:t>blur</a:t>
            </a:r>
          </a:p>
        </p:txBody>
      </p:sp>
      <p:sp>
        <p:nvSpPr>
          <p:cNvPr id="60" name="Oval 59"/>
          <p:cNvSpPr/>
          <p:nvPr/>
        </p:nvSpPr>
        <p:spPr>
          <a:xfrm>
            <a:off x="7598664" y="1616202"/>
            <a:ext cx="292608" cy="29260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598664" y="161620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"/>
              </a:rPr>
              <a:t>✕</a:t>
            </a:r>
          </a:p>
        </p:txBody>
      </p:sp>
      <p:pic>
        <p:nvPicPr>
          <p:cNvPr id="62" name="Picture 61" descr="Playground_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5208" y="1524762"/>
            <a:ext cx="1956816" cy="1467612"/>
          </a:xfrm>
          <a:prstGeom prst="rect">
            <a:avLst/>
          </a:prstGeom>
          <a:ln w="19050">
            <a:solidFill>
              <a:srgbClr val="E2D0B8"/>
            </a:solidFill>
          </a:ln>
        </p:spPr>
      </p:pic>
      <p:sp>
        <p:nvSpPr>
          <p:cNvPr id="63" name="Rounded Rectangle 62"/>
          <p:cNvSpPr/>
          <p:nvPr/>
        </p:nvSpPr>
        <p:spPr>
          <a:xfrm>
            <a:off x="10753344" y="2608326"/>
            <a:ext cx="777240" cy="292608"/>
          </a:xfrm>
          <a:prstGeom prst="roundRect">
            <a:avLst>
              <a:gd name="adj" fmla="val 31250"/>
            </a:avLst>
          </a:prstGeom>
          <a:solidFill>
            <a:srgbClr val="FB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753344" y="2608326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31A12"/>
                </a:solidFill>
                <a:latin typeface="Google Sans"/>
              </a:rPr>
              <a:t>holes</a:t>
            </a:r>
          </a:p>
        </p:txBody>
      </p:sp>
      <p:sp>
        <p:nvSpPr>
          <p:cNvPr id="65" name="Oval 64"/>
          <p:cNvSpPr/>
          <p:nvPr/>
        </p:nvSpPr>
        <p:spPr>
          <a:xfrm>
            <a:off x="9756648" y="1616202"/>
            <a:ext cx="292608" cy="29260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756648" y="161620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"/>
              </a:rPr>
              <a:t>✕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926080" y="3429000"/>
            <a:ext cx="8945575" cy="2011680"/>
          </a:xfrm>
          <a:prstGeom prst="roundRect">
            <a:avLst>
              <a:gd name="adj" fmla="val 8181"/>
            </a:avLst>
          </a:prstGeom>
          <a:solidFill>
            <a:srgbClr val="FBF1E6"/>
          </a:solidFill>
          <a:ln w="12700">
            <a:solidFill>
              <a:srgbClr val="F4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3154680" y="324612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4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154680" y="3246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8E4113"/>
                </a:solidFill>
                <a:latin typeface="Google Sans"/>
              </a:rPr>
              <a:t>Latent  ·  FL4N (ours)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21608" y="403250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721608" y="421538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3721608" y="439826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3721608" y="458114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3904488" y="403250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3904488" y="421538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3904488" y="439826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904488" y="458114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4087368" y="403250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4087368" y="421538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4087368" y="439826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4087368" y="458114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4270248" y="403250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4270248" y="421538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4270248" y="439826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4270248" y="4581144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3621024" y="4133087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621024" y="4315968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3621024" y="4498848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3621024" y="4681727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3803904" y="4133087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803904" y="4315968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803904" y="4498848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3803904" y="4681727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3986784" y="4133087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3986784" y="4315968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3986784" y="4498848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3986784" y="4681727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4169664" y="4133087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4169664" y="4315968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4169664" y="4498848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4169664" y="4681727"/>
            <a:ext cx="182880" cy="182880"/>
          </a:xfrm>
          <a:prstGeom prst="rect">
            <a:avLst/>
          </a:prstGeom>
          <a:solidFill>
            <a:srgbClr val="E6ECEF"/>
          </a:solidFill>
          <a:ln w="9525">
            <a:solidFill>
              <a:srgbClr val="A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3520440" y="423367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520440" y="441655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520440" y="459943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3520440" y="478231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3703320" y="423367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3703320" y="4416552"/>
            <a:ext cx="182880" cy="182880"/>
          </a:xfrm>
          <a:prstGeom prst="rect">
            <a:avLst/>
          </a:prstGeom>
          <a:solidFill>
            <a:srgbClr val="FBE6A8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3703320" y="459943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3703320" y="478231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3886200" y="4233672"/>
            <a:ext cx="182880" cy="182880"/>
          </a:xfrm>
          <a:prstGeom prst="rect">
            <a:avLst/>
          </a:prstGeom>
          <a:solidFill>
            <a:srgbClr val="FBE6A8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3886200" y="4416552"/>
            <a:ext cx="182880" cy="182880"/>
          </a:xfrm>
          <a:prstGeom prst="rect">
            <a:avLst/>
          </a:prstGeom>
          <a:solidFill>
            <a:srgbClr val="FBE6A8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3886200" y="4599432"/>
            <a:ext cx="182880" cy="182880"/>
          </a:xfrm>
          <a:prstGeom prst="rect">
            <a:avLst/>
          </a:prstGeom>
          <a:solidFill>
            <a:srgbClr val="FBE6A8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3886200" y="478231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4069080" y="423367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4069080" y="441655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4069080" y="4599432"/>
            <a:ext cx="182880" cy="182880"/>
          </a:xfrm>
          <a:prstGeom prst="rect">
            <a:avLst/>
          </a:prstGeom>
          <a:solidFill>
            <a:srgbClr val="FBE6A8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4069080" y="4782312"/>
            <a:ext cx="182880" cy="182880"/>
          </a:xfrm>
          <a:prstGeom prst="rect">
            <a:avLst/>
          </a:prstGeom>
          <a:solidFill>
            <a:srgbClr val="F4D9C2"/>
          </a:solidFill>
          <a:ln w="9525">
            <a:solidFill>
              <a:srgbClr val="B4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3291840" y="5129783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E4113"/>
                </a:solidFill>
                <a:latin typeface="Google Sans"/>
              </a:rPr>
              <a:t>4D latent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4800600" y="4507992"/>
            <a:ext cx="411480" cy="0"/>
          </a:xfrm>
          <a:prstGeom prst="line">
            <a:avLst/>
          </a:prstGeom>
          <a:ln w="22225">
            <a:solidFill>
              <a:srgbClr val="231A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0" name="Picture 119" descr="Balloon1_ou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3719322"/>
            <a:ext cx="1956816" cy="1467612"/>
          </a:xfrm>
          <a:prstGeom prst="rect">
            <a:avLst/>
          </a:prstGeom>
          <a:ln w="19050">
            <a:solidFill>
              <a:srgbClr val="B4591E"/>
            </a:solidFill>
          </a:ln>
        </p:spPr>
      </p:pic>
      <p:sp>
        <p:nvSpPr>
          <p:cNvPr id="121" name="Oval 120"/>
          <p:cNvSpPr/>
          <p:nvPr/>
        </p:nvSpPr>
        <p:spPr>
          <a:xfrm>
            <a:off x="5440679" y="3810761"/>
            <a:ext cx="292608" cy="29260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5440679" y="381076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"/>
              </a:rPr>
              <a:t>✓</a:t>
            </a:r>
          </a:p>
        </p:txBody>
      </p:sp>
      <p:pic>
        <p:nvPicPr>
          <p:cNvPr id="123" name="Picture 122" descr="Jumping_ou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7224" y="3719322"/>
            <a:ext cx="1956816" cy="1467612"/>
          </a:xfrm>
          <a:prstGeom prst="rect">
            <a:avLst/>
          </a:prstGeom>
          <a:ln w="19050">
            <a:solidFill>
              <a:srgbClr val="B4591E"/>
            </a:solidFill>
          </a:ln>
        </p:spPr>
      </p:pic>
      <p:sp>
        <p:nvSpPr>
          <p:cNvPr id="124" name="Oval 123"/>
          <p:cNvSpPr/>
          <p:nvPr/>
        </p:nvSpPr>
        <p:spPr>
          <a:xfrm>
            <a:off x="7598664" y="3810761"/>
            <a:ext cx="292608" cy="29260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7598664" y="381076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"/>
              </a:rPr>
              <a:t>✓</a:t>
            </a:r>
          </a:p>
        </p:txBody>
      </p:sp>
      <p:pic>
        <p:nvPicPr>
          <p:cNvPr id="126" name="Picture 125" descr="Playground_ou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5208" y="3719322"/>
            <a:ext cx="1956816" cy="1467612"/>
          </a:xfrm>
          <a:prstGeom prst="rect">
            <a:avLst/>
          </a:prstGeom>
          <a:ln w="19050">
            <a:solidFill>
              <a:srgbClr val="B4591E"/>
            </a:solidFill>
          </a:ln>
        </p:spPr>
      </p:pic>
      <p:sp>
        <p:nvSpPr>
          <p:cNvPr id="127" name="Oval 126"/>
          <p:cNvSpPr/>
          <p:nvPr/>
        </p:nvSpPr>
        <p:spPr>
          <a:xfrm>
            <a:off x="9756648" y="3810761"/>
            <a:ext cx="292608" cy="29260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9756648" y="381076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"/>
              </a:rPr>
              <a:t>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